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HealthConnect Rwanda — Power BI Dashboard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8080"/>
                </a:solidFill>
              </a:defRPr>
            </a:pPr>
            <a:r>
              <a:t>Six-page layout plan • placeholders only • populate with validated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1: Executive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6 KPI cards | monthly trends | facility ranking | filters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2: Patient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gender | age pyramid | province map | chronic disease | insurance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3: Clinical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top diagnoses | lab tests | prescriptions | admissions | referrals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4: Financial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revenue trend | facility/department/service | claims | payment 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5: Operational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staff distribution | bed availability/utilization | equipment | facility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Page 6: Patient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155680" cy="5486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Slicers / Date / Facility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83080"/>
            <a:ext cx="356616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783080"/>
            <a:ext cx="3474720" cy="123444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KPI / Chart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694944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Main visual: ratings | feedback themes | complaint trend | hospital and department 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3931920" cy="2560320"/>
          </a:xfrm>
          <a:prstGeom prst="rect">
            <a:avLst/>
          </a:prstGeom>
          <a:solidFill>
            <a:srgbClr val="EBF2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7365D"/>
                </a:solidFill>
              </a:defRPr>
            </a:pPr>
            <a:r>
              <a:t>Detail / ranking / tooltip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